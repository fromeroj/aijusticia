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7475200" cy="9753600"/>
  <p:notesSz cx="9753600" cy="17475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0-5402-87a3-8000-00008d9da9a9.png?kimi-sig=9SXSICkS3hnHzEDHSBhN-T0k2Uyta3-o8F3O2CVVTkg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ee-28a2-8ba9-8000-00009ffd0077.png?kimi-sig=LrNyTKxAJRQ2jFZy11G3soMPwFCBS85HwiQJRzL0MlU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ee-3422-81b5-8000-0000dd8d280d.png?kimi-sig=DWCaPBt7EYvM1wTB0i-Z8FiDR_3MHtT9Br1mjjsJgxI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a-b5b2-8c09-8000-0000124a55c9.png?kimi-sig=Uf687xN729DnK_TTEGeVJGNNU1yp6Y2xWYmb3clNp0c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ee-99c2-8a18-8000-0000a51a53db.png?kimi-sig=r9Wu72rfyRt_8hvZXAKy_yQSBJVC9Mz4mbPejld6CfA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4-8af2-85ee-8000-0000fb84ff04.png?kimi-sig=SKuquX1c3Oqmna9UOcxjVryFETC6TK9Tax2QrE1oYww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5-c462-8be3-8000-0000f2a7937a.png?kimi-sig=oJBEhmXYRQ0UgCw1yHAt-rdQdoz97jEmuoGF2jggvpI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5-3a82-8be7-8000-0000bfd26725.png?kimi-sig=6VgSiTHySIKBJVPxLqscYzH0DAFD_dP5qjVkDHuvm-Y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5-cd52-86eb-8000-00005fac4d0f.png?kimi-sig=awlXxs9h4NV8f3K7XevZ4mg1js8d2zj96tJl1lR2DSo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f-0fa2-8db5-8000-0000644d8e96.png?kimi-sig=5O2lqLgXVe2xgpMVciXaqAUoTqz63vuS8H3PZ4qXFYY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a-69a2-81a4-8000-00001aed5478.png?kimi-sig=h9cLjR7vpeLPQgeVEsDs6fjmh4po0HbJBiB_0KXcqpA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f9bef3-af02-816d-8000-0000910ab2f4.png?kimi-sig=RiWOtfiS8BGc7YXxru8PQTj0fuwJKy-xpxXeJAE9lUs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LexIA México — Justicia precisa, verificable y al alcance de todos</dc:title>
  <dc:subject>LexIA México — Justicia precisa, verificable y al alcance de todos</dc:subject>
  <dc:creator>Kimi</dc:creator>
  <cp:lastModifiedBy>Kimi</cp:lastModifiedBy>
  <cp:revision>1</cp:revision>
  <dcterms:created xsi:type="dcterms:W3CDTF">2026-07-26T01:19:31Z</dcterms:created>
  <dcterms:modified xsi:type="dcterms:W3CDTF">2026-07-26T01:19:31Z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{"Label":"LexIA México — Justicia precisa, verificable y al alcance de todos","ContentProducer":"001191110108MACG2KBH8F10000","ProduceID":"19f9beff-13f2-82fd-8000-0000123f8e3f","ReservedCode1":"","ContentPropagator":"001191110108MACG2KBH8F20000","PropagateID":"19f9beff-13f2-82fd-8000-0000123f8e3f","ReservedCode2":""}</vt:lpwstr>
  </property>
</Properties>
</file>